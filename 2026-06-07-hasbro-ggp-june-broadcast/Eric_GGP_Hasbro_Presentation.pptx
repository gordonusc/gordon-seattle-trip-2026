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11A08-5348-43E8-8D25-06CED03B1CA9}" v="2" dt="2026-06-08T02:06:56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Francksen" userId="fa9f2ee1a25292fd" providerId="LiveId" clId="{0FDABBEA-EBA7-4B26-B64A-68431E012BC0}"/>
    <pc:docChg chg="custSel modSld">
      <pc:chgData name="Eric Francksen" userId="fa9f2ee1a25292fd" providerId="LiveId" clId="{0FDABBEA-EBA7-4B26-B64A-68431E012BC0}" dt="2026-06-08T02:07:55.756" v="230" actId="20577"/>
      <pc:docMkLst>
        <pc:docMk/>
      </pc:docMkLst>
      <pc:sldChg chg="modSp mod">
        <pc:chgData name="Eric Francksen" userId="fa9f2ee1a25292fd" providerId="LiveId" clId="{0FDABBEA-EBA7-4B26-B64A-68431E012BC0}" dt="2026-06-08T02:07:55.756" v="230" actId="20577"/>
        <pc:sldMkLst>
          <pc:docMk/>
          <pc:sldMk cId="0" sldId="256"/>
        </pc:sldMkLst>
        <pc:spChg chg="mod">
          <ac:chgData name="Eric Francksen" userId="fa9f2ee1a25292fd" providerId="LiveId" clId="{0FDABBEA-EBA7-4B26-B64A-68431E012BC0}" dt="2026-06-08T02:07:55.756" v="230" actId="20577"/>
          <ac:spMkLst>
            <pc:docMk/>
            <pc:sldMk cId="0" sldId="256"/>
            <ac:spMk id="19" creationId="{00000000-0000-0000-0000-000000000000}"/>
          </ac:spMkLst>
        </pc:spChg>
      </pc:sldChg>
      <pc:sldChg chg="modSp mod">
        <pc:chgData name="Eric Francksen" userId="fa9f2ee1a25292fd" providerId="LiveId" clId="{0FDABBEA-EBA7-4B26-B64A-68431E012BC0}" dt="2026-06-08T01:56:26.494" v="68" actId="20577"/>
        <pc:sldMkLst>
          <pc:docMk/>
          <pc:sldMk cId="0" sldId="258"/>
        </pc:sldMkLst>
        <pc:spChg chg="mod">
          <ac:chgData name="Eric Francksen" userId="fa9f2ee1a25292fd" providerId="LiveId" clId="{0FDABBEA-EBA7-4B26-B64A-68431E012BC0}" dt="2026-06-08T01:55:09.817" v="0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Eric Francksen" userId="fa9f2ee1a25292fd" providerId="LiveId" clId="{0FDABBEA-EBA7-4B26-B64A-68431E012BC0}" dt="2026-06-08T01:55:26.390" v="4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Eric Francksen" userId="fa9f2ee1a25292fd" providerId="LiveId" clId="{0FDABBEA-EBA7-4B26-B64A-68431E012BC0}" dt="2026-06-08T01:56:26.494" v="68" actId="20577"/>
          <ac:spMkLst>
            <pc:docMk/>
            <pc:sldMk cId="0" sldId="258"/>
            <ac:spMk id="24" creationId="{00000000-0000-0000-0000-000000000000}"/>
          </ac:spMkLst>
        </pc:spChg>
      </pc:sldChg>
      <pc:sldChg chg="modSp mod">
        <pc:chgData name="Eric Francksen" userId="fa9f2ee1a25292fd" providerId="LiveId" clId="{0FDABBEA-EBA7-4B26-B64A-68431E012BC0}" dt="2026-06-08T02:02:13.028" v="118" actId="20577"/>
        <pc:sldMkLst>
          <pc:docMk/>
          <pc:sldMk cId="0" sldId="259"/>
        </pc:sldMkLst>
        <pc:spChg chg="mod">
          <ac:chgData name="Eric Francksen" userId="fa9f2ee1a25292fd" providerId="LiveId" clId="{0FDABBEA-EBA7-4B26-B64A-68431E012BC0}" dt="2026-06-08T02:02:13.028" v="118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Eric Francksen" userId="fa9f2ee1a25292fd" providerId="LiveId" clId="{0FDABBEA-EBA7-4B26-B64A-68431E012BC0}" dt="2026-06-08T02:01:27.162" v="96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Eric Francksen" userId="fa9f2ee1a25292fd" providerId="LiveId" clId="{0FDABBEA-EBA7-4B26-B64A-68431E012BC0}" dt="2026-06-08T02:01:52.705" v="113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Eric Francksen" userId="fa9f2ee1a25292fd" providerId="LiveId" clId="{0FDABBEA-EBA7-4B26-B64A-68431E012BC0}" dt="2026-06-08T02:01:18.250" v="91" actId="20577"/>
          <ac:spMkLst>
            <pc:docMk/>
            <pc:sldMk cId="0" sldId="259"/>
            <ac:spMk id="24" creationId="{00000000-0000-0000-0000-000000000000}"/>
          </ac:spMkLst>
        </pc:spChg>
      </pc:sldChg>
      <pc:sldChg chg="modSp mod">
        <pc:chgData name="Eric Francksen" userId="fa9f2ee1a25292fd" providerId="LiveId" clId="{0FDABBEA-EBA7-4B26-B64A-68431E012BC0}" dt="2026-06-08T02:02:28.612" v="119" actId="20577"/>
        <pc:sldMkLst>
          <pc:docMk/>
          <pc:sldMk cId="0" sldId="260"/>
        </pc:sldMkLst>
        <pc:spChg chg="mod">
          <ac:chgData name="Eric Francksen" userId="fa9f2ee1a25292fd" providerId="LiveId" clId="{0FDABBEA-EBA7-4B26-B64A-68431E012BC0}" dt="2026-06-08T02:02:28.612" v="119" actId="20577"/>
          <ac:spMkLst>
            <pc:docMk/>
            <pc:sldMk cId="0" sldId="260"/>
            <ac:spMk id="17" creationId="{00000000-0000-0000-0000-000000000000}"/>
          </ac:spMkLst>
        </pc:spChg>
      </pc:sldChg>
      <pc:sldChg chg="modSp mod">
        <pc:chgData name="Eric Francksen" userId="fa9f2ee1a25292fd" providerId="LiveId" clId="{0FDABBEA-EBA7-4B26-B64A-68431E012BC0}" dt="2026-06-08T02:05:28.278" v="180" actId="20577"/>
        <pc:sldMkLst>
          <pc:docMk/>
          <pc:sldMk cId="0" sldId="261"/>
        </pc:sldMkLst>
        <pc:spChg chg="mod">
          <ac:chgData name="Eric Francksen" userId="fa9f2ee1a25292fd" providerId="LiveId" clId="{0FDABBEA-EBA7-4B26-B64A-68431E012BC0}" dt="2026-06-08T02:03:59.072" v="126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Eric Francksen" userId="fa9f2ee1a25292fd" providerId="LiveId" clId="{0FDABBEA-EBA7-4B26-B64A-68431E012BC0}" dt="2026-06-08T02:04:19.759" v="130" actId="2057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Eric Francksen" userId="fa9f2ee1a25292fd" providerId="LiveId" clId="{0FDABBEA-EBA7-4B26-B64A-68431E012BC0}" dt="2026-06-08T02:05:28.278" v="180" actId="20577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Eric Francksen" userId="fa9f2ee1a25292fd" providerId="LiveId" clId="{0FDABBEA-EBA7-4B26-B64A-68431E012BC0}" dt="2026-06-08T02:06:23.246" v="187" actId="20577"/>
        <pc:sldMkLst>
          <pc:docMk/>
          <pc:sldMk cId="0" sldId="262"/>
        </pc:sldMkLst>
        <pc:spChg chg="mod">
          <ac:chgData name="Eric Francksen" userId="fa9f2ee1a25292fd" providerId="LiveId" clId="{0FDABBEA-EBA7-4B26-B64A-68431E012BC0}" dt="2026-06-08T02:06:09.046" v="185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Eric Francksen" userId="fa9f2ee1a25292fd" providerId="LiveId" clId="{0FDABBEA-EBA7-4B26-B64A-68431E012BC0}" dt="2026-06-08T02:06:23.246" v="187" actId="20577"/>
          <ac:spMkLst>
            <pc:docMk/>
            <pc:sldMk cId="0" sldId="262"/>
            <ac:spMk id="17" creationId="{00000000-0000-0000-0000-000000000000}"/>
          </ac:spMkLst>
        </pc:spChg>
      </pc:sldChg>
      <pc:sldChg chg="modSp mod">
        <pc:chgData name="Eric Francksen" userId="fa9f2ee1a25292fd" providerId="LiveId" clId="{0FDABBEA-EBA7-4B26-B64A-68431E012BC0}" dt="2026-06-08T02:07:41.461" v="220" actId="20577"/>
        <pc:sldMkLst>
          <pc:docMk/>
          <pc:sldMk cId="0" sldId="263"/>
        </pc:sldMkLst>
        <pc:spChg chg="mod">
          <ac:chgData name="Eric Francksen" userId="fa9f2ee1a25292fd" providerId="LiveId" clId="{0FDABBEA-EBA7-4B26-B64A-68431E012BC0}" dt="2026-06-08T02:07:41.461" v="220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Eric Francksen" userId="fa9f2ee1a25292fd" providerId="LiveId" clId="{0FDABBEA-EBA7-4B26-B64A-68431E012BC0}" dt="2026-06-08T02:07:02.685" v="197" actId="20577"/>
          <ac:spMkLst>
            <pc:docMk/>
            <pc:sldMk cId="0" sldId="263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41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384048"/>
            <a:ext cx="2926080" cy="347472"/>
          </a:xfrm>
          <a:prstGeom prst="rect">
            <a:avLst/>
          </a:prstGeom>
          <a:solidFill>
            <a:srgbClr val="F4B94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A GGP CASE STUDY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 as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Advantage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B0BEC5"/>
                </a:solidFill>
              </a:rPr>
              <a:t>How Gay Gaming Professionals and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B0BEC5"/>
                </a:solidFill>
              </a:rPr>
              <a:t>Wizards of the Coast turned an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B0BEC5"/>
                </a:solidFill>
              </a:rPr>
              <a:t>inclusive live event into a brand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B0BEC5"/>
                </a:solidFill>
              </a:rPr>
              <a:t>moment that moved the needle.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0" y="548640"/>
            <a:ext cx="2194560" cy="1188720"/>
          </a:xfrm>
          <a:prstGeom prst="rect">
            <a:avLst/>
          </a:prstGeom>
          <a:solidFill>
            <a:srgbClr val="7B2D8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640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766560" y="1188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Guests Attended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2011680"/>
            <a:ext cx="2194560" cy="1188720"/>
          </a:xfrm>
          <a:prstGeom prst="rect">
            <a:avLst/>
          </a:prstGeom>
          <a:solidFill>
            <a:srgbClr val="7B2D8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GDC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6656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San Francisco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3474720"/>
            <a:ext cx="2194560" cy="1188720"/>
          </a:xfrm>
          <a:prstGeom prst="rect">
            <a:avLst/>
          </a:prstGeom>
          <a:solidFill>
            <a:srgbClr val="7B2D8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WotC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Presenting Sponsor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498848"/>
            <a:ext cx="502920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572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BFA5"/>
                </a:solidFill>
              </a:rPr>
              <a:t>Presented by Gordon Bellamy &amp; </a:t>
            </a:r>
            <a:r>
              <a:rPr lang="en-US" sz="1000" i="1">
                <a:solidFill>
                  <a:srgbClr val="00BFA5"/>
                </a:solidFill>
              </a:rPr>
              <a:t>Eric Francksen  </a:t>
            </a:r>
            <a:r>
              <a:rPr lang="en-US" sz="1000" i="1" dirty="0">
                <a:solidFill>
                  <a:srgbClr val="00BFA5"/>
                </a:solidFill>
              </a:rPr>
              <a:t>|  Gay Gaming Professionals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GAY GAMING PROFESSIONALS?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32688"/>
            <a:ext cx="9144000" cy="7315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nonprofit at the intersection of</a:t>
            </a:r>
            <a:endParaRPr lang="en-US" sz="17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gaming culture and LGBTQ+ community.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GGP exists to advance visibility, belonging, and career opportunity for LGBTQ+ people across the full gaming industry — from AAA studios to indie publishers, esports, tabletop, and beyond.</a:t>
            </a: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endParaRPr lang="en-US" sz="13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</a:rPr>
              <a:t>We don't just show up at events. We create them — building spaces where community and commerce intersect in ways that matter.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118872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0" y="1188720"/>
            <a:ext cx="502920" cy="105156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1463040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87568" y="1280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B2D8B"/>
                </a:solidFill>
              </a:rPr>
              <a:t>GLOBAL MEMBERSHIP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87568" y="158191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Growing LGBTQ+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gaming community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20640" y="242316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120640" y="2423160"/>
            <a:ext cx="502920" cy="105156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269748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87568" y="2514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B2D8B"/>
                </a:solidFill>
              </a:rPr>
              <a:t>FLAGSHIP EVENTS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687568" y="281635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GDC, PAX, E3 &amp; more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120640" y="3657600"/>
            <a:ext cx="3657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120640" y="3657600"/>
            <a:ext cx="502920" cy="105156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393192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87568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B2D8B"/>
                </a:solidFill>
              </a:rPr>
              <a:t>INDUSTRY REACH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687568" y="40507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Partners across AAA,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</a:rPr>
              <a:t>independent &amp; esports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PROOF GAME NIGHT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BFA5"/>
                </a:solidFill>
              </a:rPr>
              <a:t>The Event That Redefined Community Activation at GDC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150876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54864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4B942"/>
                </a:solidFill>
              </a:rPr>
              <a:t>THE SETTING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02996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</a:rPr>
              <a:t>Game Developers Conference — San Francisco. The premier gathering of 28,000+ game industry professionals.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4023360" cy="150876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463040"/>
            <a:ext cx="4023360" cy="54864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459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4B942"/>
                </a:solidFill>
              </a:rPr>
              <a:t>THE TURNOUT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892040" y="202996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</a:rPr>
              <a:t>600+ guests through the door. One of GGP's flagship events — exceeding all prior benchmarks.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" y="3154680"/>
            <a:ext cx="4023360" cy="150876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3154680"/>
            <a:ext cx="4023360" cy="54864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375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291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4B942"/>
                </a:solidFill>
              </a:rPr>
              <a:t>THE PARTNERSHIP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37216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</a:rPr>
              <a:t>Wizards of the Coast as presenting sponsor — bringing D&amp;D, Magic: The Gathering, and the </a:t>
            </a:r>
            <a:r>
              <a:rPr lang="en-US" sz="1200" dirty="0" err="1">
                <a:solidFill>
                  <a:srgbClr val="B0BEC5"/>
                </a:solidFill>
              </a:rPr>
              <a:t>WotC</a:t>
            </a:r>
            <a:r>
              <a:rPr lang="en-US" sz="1200" dirty="0">
                <a:solidFill>
                  <a:srgbClr val="B0BEC5"/>
                </a:solidFill>
              </a:rPr>
              <a:t> brand to a highly engaged audience.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3154680"/>
            <a:ext cx="4023360" cy="150876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3154680"/>
            <a:ext cx="4023360" cy="54864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3375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291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4B942"/>
                </a:solidFill>
              </a:rPr>
              <a:t>THE STAGE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892040" y="37216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B0BEC5"/>
                </a:solidFill>
              </a:rPr>
              <a:t>GGP’s Gordon Bellamy and Eric Francksen joined </a:t>
            </a:r>
            <a:r>
              <a:rPr lang="en-US" sz="1200" dirty="0" err="1">
                <a:solidFill>
                  <a:srgbClr val="B0BEC5"/>
                </a:solidFill>
              </a:rPr>
              <a:t>WotC’s</a:t>
            </a:r>
            <a:r>
              <a:rPr lang="en-US" sz="1200" dirty="0">
                <a:solidFill>
                  <a:srgbClr val="B0BEC5"/>
                </a:solidFill>
              </a:rPr>
              <a:t> John Hight and Mark Purvis on stage. A visible, meaningful signal of brand alignment.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MADE THIS PARTNERSHIP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32688"/>
            <a:ext cx="9144000" cy="64008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" cy="160020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099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2527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7B2D8B"/>
                </a:solidFill>
              </a:rPr>
              <a:t>AUTHENTIC ALIGNMENT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7552" y="167335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WotC didn't just write a check. Their brand, built on imagination, adventure, and diverse heroes, genuinely reflects the GGP community.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14300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143000"/>
            <a:ext cx="502920" cy="1600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70992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25272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65A82"/>
                </a:solidFill>
              </a:rPr>
              <a:t>AUDIENCE YOU CAN'T BUY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76672" y="167335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GGP brings a credentialed, discerning LGBTQ+ audience. A community with trust and history.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" y="292608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2926080"/>
            <a:ext cx="502920" cy="1600200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49300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3035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796B"/>
                </a:solidFill>
              </a:rPr>
              <a:t>SHARED STAGE PRESENCE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87552" y="345643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When Mark Purvis and John Hight took the stage alongside Gordon and Eric, that wasn't a logo placement. It was a public commitment; the kind that gets remembered and shared.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292608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502920" cy="1600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49300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76672" y="303580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B45309"/>
                </a:solidFill>
              </a:rPr>
              <a:t>SOBER-INCLUSIVE DESIGN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376672" y="3456432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Zero Proof wasn't a gimmick. It was intentional design that expanded who could be fully present. Inclusive experience design as a brand statement.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BFA5"/>
                </a:solidFill>
              </a:rPr>
              <a:t>What happened when authentic community met intentional brand partnership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164592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560320" cy="64008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BFA5"/>
                </a:solidFill>
              </a:rPr>
              <a:t>GUESTS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Far exceeded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projected attendance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560320" cy="164592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560320" cy="64008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BFA5"/>
                </a:solidFill>
              </a:rPr>
              <a:t>GGP EVENT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4505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Largest flagship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event in GGP history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560320" cy="164592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325880"/>
            <a:ext cx="2560320" cy="64008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417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12648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BFA5"/>
                </a:solidFill>
              </a:rPr>
              <a:t>ON STAGE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4505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GGP + WotC leaders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shared the spotlight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91256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49808" y="315468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4F8"/>
                </a:solidFill>
              </a:rPr>
              <a:t>WotC brand placed in front of a high-trust, LGBTQ+ gaming audience with zero defensive skepticism — just genuine goodwill.</a:t>
            </a:r>
            <a:endParaRPr lang="en-US" sz="1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3016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9808" y="35935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4F8"/>
                </a:solidFill>
              </a:rPr>
              <a:t>Partnership opened the door to a continuing relationship, including an upcoming Dragon House Sessions event at WotC HQ in Seattle.</a:t>
            </a:r>
            <a:endParaRPr lang="en-US" sz="1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06908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49808" y="403250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4F8"/>
                </a:solidFill>
              </a:rPr>
              <a:t>Event generated organic social conversation and LinkedIn visibility under #GGP and #GDC — earned media that paid media can't replicate.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507992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808" y="447141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0F4F8"/>
                </a:solidFill>
              </a:rPr>
              <a:t>Signal to the broader industry: Hasbro / WotC brands are safe, welcoming, and actively invested in LGBTQ+ gaming spaces.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MEANS FOR HASBRO MARKETERS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932688"/>
            <a:ext cx="9144000" cy="6400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640080" cy="841248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5568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Community trust is a distribution channel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53619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GGP gave WotC access to 600+ credentialed gaming professionals with a single activation. Communities like GGP can move your brand faster and deeper than paid reach alone.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640080" cy="84124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075688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15568" y="2148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Brand alignment is a product decision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49631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The partnership worked because WotC's IP values -inclusion, imagination, heroism- matched GGP's community values. Hasbro brands have enormous latent alignment with diverse gaming communities.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35808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640080" cy="841248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035808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5568" y="3108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Inclusive design is marketing strategy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345643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Zero Proof wasn't just an event choice. It was a statement that expanded the tent. Designing for inclusion in activations creates advocates, not just attendees.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95928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995928"/>
            <a:ext cx="640080" cy="841248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995928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15568" y="4069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Live events create relationship infrastructure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41655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75569"/>
                </a:solidFill>
              </a:rPr>
              <a:t>The GDC event didn't end at GDC. It opened doors to ongoing collaboration. The best activations live beyond the moment and grown into durable partnerships.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7B2D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F4B9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BIGGER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The gaming industry is the world's largest entertainment category — and LGBTQ+ players are among its most passionate and influential participants.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114800" cy="28346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9385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9019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Hasbro Gaming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24871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BFA5"/>
                </a:solidFill>
              </a:rPr>
              <a:t>→  </a:t>
            </a:r>
            <a:r>
              <a:rPr lang="en-US" sz="1200" dirty="0">
                <a:solidFill>
                  <a:srgbClr val="F0F4F8"/>
                </a:solidFill>
              </a:rPr>
              <a:t>Tabletop gaming has deep roots in LGBTQ+ culture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" y="31729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BFA5"/>
                </a:solidFill>
              </a:rPr>
              <a:t>→  </a:t>
            </a:r>
            <a:r>
              <a:rPr lang="en-US" sz="1200" dirty="0">
                <a:solidFill>
                  <a:srgbClr val="F0F4F8"/>
                </a:solidFill>
              </a:rPr>
              <a:t>GGP community actively plays, buys, and evangelizes Hasbro titles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0352" y="38587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BFA5"/>
                </a:solidFill>
              </a:rPr>
              <a:t>→  </a:t>
            </a:r>
            <a:r>
              <a:rPr lang="en-US" sz="1200" dirty="0">
                <a:solidFill>
                  <a:srgbClr val="F0F4F8"/>
                </a:solidFill>
              </a:rPr>
              <a:t>Co-branded activations at game conventions are low cost, high signal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1828800"/>
            <a:ext cx="4114800" cy="28346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93852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04688" y="19019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B9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Hasbro Marketing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10912" y="24871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BFA5"/>
                </a:solidFill>
              </a:rPr>
              <a:t>→  </a:t>
            </a:r>
            <a:r>
              <a:rPr lang="en-US" sz="1200" dirty="0">
                <a:solidFill>
                  <a:srgbClr val="F0F4F8"/>
                </a:solidFill>
              </a:rPr>
              <a:t>Underserved audiences are under-advertised to. Less noise, more impact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10912" y="31729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BFA5"/>
                </a:solidFill>
              </a:rPr>
              <a:t>→  </a:t>
            </a:r>
            <a:r>
              <a:rPr lang="en-US" sz="1200" dirty="0">
                <a:solidFill>
                  <a:srgbClr val="F0F4F8"/>
                </a:solidFill>
              </a:rPr>
              <a:t>Community partnerships yield earned media and authentic content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10912" y="38587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0BFA5"/>
                </a:solidFill>
              </a:rPr>
              <a:t>→  </a:t>
            </a:r>
            <a:r>
              <a:rPr lang="en-US" sz="1200" dirty="0">
                <a:solidFill>
                  <a:srgbClr val="F0F4F8"/>
                </a:solidFill>
              </a:rPr>
              <a:t>GGP's network spans studios, publishers, streamers &amp; press, a B2B multiplier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SOMETHING TOGETHER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00BFA5"/>
                </a:solidFill>
              </a:rPr>
              <a:t>GGP is more than a nonprofit — we are a partnership platform for brands that want to show up authentically in gaming culture.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2148840"/>
            <a:ext cx="2651760" cy="210312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2651760" cy="64008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942"/>
                </a:solidFill>
              </a:rPr>
              <a:t>Activate with 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1546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Sponsorship, co-programming, and community event opportunities across GDC, PAX, and beyond.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2148840"/>
            <a:ext cx="2651760" cy="210312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2148840"/>
            <a:ext cx="2651760" cy="6400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2860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</a:rPr>
              <a:t>Partner Authentically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31546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GGP connects Hasbro brands to LGBTQ+ gaming professionals, creators, and consumers who are already fans.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0760" y="2148840"/>
            <a:ext cx="2651760" cy="2103120"/>
          </a:xfrm>
          <a:prstGeom prst="rect">
            <a:avLst/>
          </a:prstGeom>
          <a:solidFill>
            <a:srgbClr val="1A2E4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080760" y="2148840"/>
            <a:ext cx="2651760" cy="64008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28600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B942"/>
                </a:solidFill>
              </a:rPr>
              <a:t>Innovate Together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0" y="31546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EC5"/>
                </a:solidFill>
              </a:rPr>
              <a:t>Explore co-created experiences like Zero Proof Game Night.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371600" y="4462272"/>
            <a:ext cx="6400800" cy="0"/>
          </a:xfrm>
          <a:prstGeom prst="line">
            <a:avLst/>
          </a:prstGeom>
          <a:noFill/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371600" y="45537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>
                <a:solidFill>
                  <a:srgbClr val="00BFA5"/>
                </a:solidFill>
              </a:rPr>
              <a:t>Gordon Bellamy, CEO  •  Gay Gaming Professionals  •  gaygamingpros.org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862</Words>
  <Application>Microsoft Office PowerPoint</Application>
  <PresentationFormat>On-screen Show (16:9)</PresentationFormat>
  <Paragraphs>105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GGP &amp; Zero Proof Game Night – Community-Powered Brand Partnership</dc:title>
  <dc:subject>PptxGenJS Presentation</dc:subject>
  <dc:creator>PptxGenJS</dc:creator>
  <cp:lastModifiedBy>Eric Francksen</cp:lastModifiedBy>
  <cp:revision>1</cp:revision>
  <dcterms:created xsi:type="dcterms:W3CDTF">2026-06-07T21:45:24Z</dcterms:created>
  <dcterms:modified xsi:type="dcterms:W3CDTF">2026-06-08T02:07:56Z</dcterms:modified>
</cp:coreProperties>
</file>